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66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FA89A"/>
                </a:solidFill>
              </a:rPr>
              <a:t>PS2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Commuter Transport Mode Classification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7D3"/>
                </a:solidFill>
              </a:rPr>
              <a:t>Problem statement briefing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733"/>
                </a:solidFill>
              </a:rPr>
              <a:t>Urban planners rely on travel survey data to understand how people move through a city.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733"/>
                </a:solidFill>
              </a:rPr>
              <a:t>Your task: predict the mode of transport a commuter used for a trip, from the trip’s characteristics.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30632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89A"/>
                </a:solidFill>
              </a:rPr>
              <a:t>Target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</a:rPr>
              <a:t>transport_mode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2179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89A"/>
                </a:solidFill>
              </a:rPr>
              <a:t>Classes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</a:rPr>
              <a:t>Metro · Bus · Two_Wheeler · Car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The Data Given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</a:rPr>
              <a:t>commuter_transport.csv  ·  1,000 rows  ·  9 columns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trip_id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Unique trip identifier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trip_distance_km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Trip distance in kilometres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trip_distance_miles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Trip distance in miles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trip_duration_min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Total trip duration (minutes)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travel_cost_inr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Total travel cost (INR)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walking_distance_m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Walking distance, e.g. accessing transit (metres)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departure_hour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Departure hour, 0–23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traffic_level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Congestion: 1 = Low, 2 = Medium, 3 = High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7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transport_mode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7A70"/>
                          </a:solidFill>
                        </a:rPr>
                        <a:t>Categorical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7A70"/>
                          </a:solidFill>
                        </a:rPr>
                        <a:t>TARGET: Metro / Bus / Two_Wheeler / Car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What We Expect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Explore &amp; prepare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Examine the dataset and make it ready for modelling.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011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Build the model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50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Train a classifier to predict transport_mode.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880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Evaluate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18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Measure performance on data the model has not seen.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49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Explain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87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Briefly justify your choices and findings.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On-screen Show (16:9)</PresentationFormat>
  <Paragraphs>59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24BCP025RhydhamS</cp:lastModifiedBy>
  <cp:revision>3</cp:revision>
  <dcterms:created xsi:type="dcterms:W3CDTF">2026-10-11T06:03:05Z</dcterms:created>
  <dcterms:modified xsi:type="dcterms:W3CDTF">2026-10-11T06:19:05Z</dcterms:modified>
</cp:coreProperties>
</file>