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131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FA89A"/>
                </a:solidFill>
              </a:rPr>
              <a:t>PS3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Movie-Watching Behaviour Segmentation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7D3"/>
                </a:solidFill>
              </a:rPr>
              <a:t>Problem statement briefing  ·  ACM AI/ML Hackathon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63A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733"/>
                </a:solidFill>
              </a:rPr>
              <a:t>A streaming platform has collected aggregated behavioural data from a sample of its users.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733"/>
                </a:solidFill>
              </a:rPr>
              <a:t>Your task: group the viewers into meaningful behavioural segments. There is no target column to predict.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63A"/>
                </a:solidFill>
              </a:rPr>
              <a:t>The Data Given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</a:rPr>
              <a:t>movie_watching.csv  ·  1,000 rows  ·  8 columns (no target column)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32918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viewer_id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Unique viewer identifier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movies_watched_monthly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Movies watched per month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avg_movie_duration_min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Average movie duration (minutes)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weekend_watching_pct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% of viewing time on weekends (0–100)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rewatch_percentage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% of watched movies that are rewatches (0–100)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genre_diversity_score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Distinct genres typically watched (1–12)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avg_rating_given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Average rating given (1–5)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monthly_streaming_hours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Movie-streaming hours per month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63A"/>
                </a:solidFill>
              </a:rPr>
              <a:t>What We Expect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" cy="548640"/>
          </a:xfrm>
          <a:prstGeom prst="ellipse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43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</a:rPr>
              <a:t>Explore &amp; prepare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813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967"/>
                </a:solidFill>
              </a:rPr>
              <a:t>Examine the dataset and make it ready for modelling.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011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</a:rPr>
              <a:t>Build the model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350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967"/>
                </a:solidFill>
              </a:rPr>
              <a:t>Group viewers into segments using the data.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8803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</a:rPr>
              <a:t>Evaluate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218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967"/>
                </a:solidFill>
              </a:rPr>
              <a:t>Assess how well-formed and meaningful your segments are.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49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</a:rPr>
              <a:t>Explain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087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967"/>
                </a:solidFill>
              </a:rPr>
              <a:t>Describe and name each segment you find.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220</Words>
  <Application>Microsoft Office PowerPoint</Application>
  <PresentationFormat>On-screen Show (16:9)</PresentationFormat>
  <Paragraphs>52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24BCP025RhydhamS</cp:lastModifiedBy>
  <cp:revision>2</cp:revision>
  <dcterms:created xsi:type="dcterms:W3CDTF">2026-10-11T06:16:43Z</dcterms:created>
  <dcterms:modified xsi:type="dcterms:W3CDTF">2026-10-11T06:18:33Z</dcterms:modified>
</cp:coreProperties>
</file>